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0" r:id="rId5"/>
    <p:sldId id="25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rtl="0">
      <a:defRPr lang="bg-bg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bg-BG" noProof="1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3742475-9771-4DB5-A5A1-310B553BE83E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4" name="Контейнер за долен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bg-BG" noProof="1"/>
          </a:p>
        </p:txBody>
      </p:sp>
      <p:sp>
        <p:nvSpPr>
          <p:cNvPr id="5" name="Контейнер за номер на слайд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bg-BG" noProof="1" smtClean="0"/>
              <a:t>‹#›</a:t>
            </a:fld>
            <a:endParaRPr lang="bg-BG" noProof="1"/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bg-BG" noProof="1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B00F1D-818C-4243-A5B8-B3A487CCAFF8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4" name="Контейнер за изображение на слайд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bg-BG" noProof="1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bg-BG" noProof="1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524A772-5D94-4F12-8B86-44D4FB26368F}" type="slidenum">
              <a:rPr lang="bg-BG" noProof="1" dirty="0" smtClean="0"/>
              <a:t>‹#›</a:t>
            </a:fld>
            <a:endParaRPr lang="bg-BG" noProof="1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bg-BG" noProof="1" smtClean="0"/>
              <a:t>1</a:t>
            </a:fld>
            <a:endParaRPr lang="bg-BG" noProof="1"/>
          </a:p>
        </p:txBody>
      </p:sp>
    </p:spTree>
    <p:extLst>
      <p:ext uri="{BB962C8B-B14F-4D97-AF65-F5344CB8AC3E}">
        <p14:creationId xmlns:p14="http://schemas.microsoft.com/office/powerpoint/2010/main" val="517410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bg-BG" noProof="1" smtClean="0"/>
              <a:t>2</a:t>
            </a:fld>
            <a:endParaRPr lang="bg-BG" noProof="1"/>
          </a:p>
        </p:txBody>
      </p:sp>
    </p:spTree>
    <p:extLst>
      <p:ext uri="{BB962C8B-B14F-4D97-AF65-F5344CB8AC3E}">
        <p14:creationId xmlns:p14="http://schemas.microsoft.com/office/powerpoint/2010/main" val="80161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а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Свободна линия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Свободна линия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Свободна линия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Свободна линия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Свободна линия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Свободна линия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Заглавие 1"/>
          <p:cNvSpPr>
            <a:spLocks noGrp="1"/>
          </p:cNvSpPr>
          <p:nvPr>
            <p:ph type="ctrTitle" hasCustomPrompt="1"/>
          </p:nvPr>
        </p:nvSpPr>
        <p:spPr>
          <a:xfrm>
            <a:off x="2928401" y="1380068"/>
            <a:ext cx="8574622" cy="2616199"/>
          </a:xfrm>
        </p:spPr>
        <p:txBody>
          <a:bodyPr rtlCol="0"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bg-BG" noProof="1"/>
              <a:t>Щракнете, за да редактирате стила на подзаглавието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6AD217-9677-45E0-ADD4-BDC1896A5E2F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6F36AD-4392-4FEB-8A3A-8345FB39092A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2572279" y="2666999"/>
            <a:ext cx="8930747" cy="2110382"/>
          </a:xfrm>
        </p:spPr>
        <p:txBody>
          <a:bodyPr rtlCol="0" anchor="b"/>
          <a:lstStyle>
            <a:lvl1pPr algn="r">
              <a:defRPr sz="4000" b="0" cap="none"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2572278" y="4777381"/>
            <a:ext cx="8930748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5D7CEC-79C0-430E-9BBD-BE446E1F9701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4311" y="685800"/>
            <a:ext cx="10018713" cy="1752599"/>
          </a:xfrm>
        </p:spPr>
        <p:txBody>
          <a:bodyPr rtlCol="0"/>
          <a:lstStyle/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sz="half" idx="1" hasCustomPrompt="1"/>
          </p:nvPr>
        </p:nvSpPr>
        <p:spPr>
          <a:xfrm>
            <a:off x="1484312" y="2666999"/>
            <a:ext cx="4895055" cy="312420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4" name="Контейнер на съдържание 3"/>
          <p:cNvSpPr>
            <a:spLocks noGrp="1"/>
          </p:cNvSpPr>
          <p:nvPr>
            <p:ph sz="half" idx="2" hasCustomPrompt="1"/>
          </p:nvPr>
        </p:nvSpPr>
        <p:spPr>
          <a:xfrm>
            <a:off x="6607967" y="2667000"/>
            <a:ext cx="4895056" cy="3124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D9C327-CF11-488D-BE50-4384A7A99357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1772179" y="2658533"/>
            <a:ext cx="460718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на съдържание 3"/>
          <p:cNvSpPr>
            <a:spLocks noGrp="1"/>
          </p:cNvSpPr>
          <p:nvPr>
            <p:ph sz="half" idx="2" hasCustomPrompt="1"/>
          </p:nvPr>
        </p:nvSpPr>
        <p:spPr>
          <a:xfrm>
            <a:off x="1484311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5" name="Контейнер за 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880487" y="2667000"/>
            <a:ext cx="4622537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6" name="Контейнер на съдържание 5"/>
          <p:cNvSpPr>
            <a:spLocks noGrp="1"/>
          </p:cNvSpPr>
          <p:nvPr>
            <p:ph sz="quarter" idx="4" hasCustomPrompt="1"/>
          </p:nvPr>
        </p:nvSpPr>
        <p:spPr>
          <a:xfrm>
            <a:off x="6607967" y="3335337"/>
            <a:ext cx="4895056" cy="2455862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AA25A3-636C-4ED4-A4D5-63CA1334D994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8" name="Контейнер за долен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9" name="Контейнер за номер на слайд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B58297-6C10-490E-AE4B-6EBD717E1F96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4" name="Контейнер за долен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5" name="Контейнер за номер на слайд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BC7283-C140-44EF-B08F-11CA19CB296C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3" name="Контейнер за долен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4312" y="1600200"/>
            <a:ext cx="3549121" cy="1371600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idx="1" hasCustomPrompt="1"/>
          </p:nvPr>
        </p:nvSpPr>
        <p:spPr>
          <a:xfrm>
            <a:off x="5262033" y="685799"/>
            <a:ext cx="6240990" cy="5105401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2" y="2971800"/>
            <a:ext cx="3549121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D7DF5D-5C70-4998-93C5-E08FE4BB4006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2724" y="1752599"/>
            <a:ext cx="5426158" cy="1371600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14" name="Контейнер за картина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bg-BG" noProof="1"/>
              <a:t>Щракнете върху иконата, за да добавите картина</a:t>
            </a:r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2724" y="3124199"/>
            <a:ext cx="5426158" cy="1828800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28825D-6576-4924-B03B-C07FEC88002E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4311" y="4732865"/>
            <a:ext cx="10018711" cy="56673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картина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bg-BG" noProof="1"/>
              <a:t>Щракнете върху иконата, за да добавите картина</a:t>
            </a:r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484311" y="5299603"/>
            <a:ext cx="10018711" cy="493712"/>
          </a:xfrm>
        </p:spPr>
        <p:txBody>
          <a:bodyPr rtlCol="0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A0933B-C6E2-4646-A2FB-0431D647961B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4312" y="685800"/>
            <a:ext cx="10018711" cy="3048000"/>
          </a:xfrm>
        </p:spPr>
        <p:txBody>
          <a:bodyPr rtlCol="0" anchor="ctr">
            <a:normAutofit/>
          </a:bodyPr>
          <a:lstStyle>
            <a:lvl1pPr algn="ctr">
              <a:defRPr sz="3200" b="0" cap="none"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343400"/>
            <a:ext cx="10018713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6934FC-772B-4F39-9EA2-91FB01DD89B4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ово поле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bg-BG" sz="8000" noProof="1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5" name="Текстово поле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bg-BG" sz="8000" noProof="1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10" name="Контейнер за 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2436811" y="3428999"/>
            <a:ext cx="8532815" cy="381000"/>
          </a:xfrm>
        </p:spPr>
        <p:txBody>
          <a:bodyPr rtlCol="0"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1" cy="1447800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2E79DE-433F-4165-9F6C-33467138A28A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изи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4313" y="3308581"/>
            <a:ext cx="10018709" cy="1468800"/>
          </a:xfrm>
        </p:spPr>
        <p:txBody>
          <a:bodyPr rtlCol="0" anchor="b">
            <a:normAutofit/>
          </a:bodyPr>
          <a:lstStyle>
            <a:lvl1pPr algn="r">
              <a:defRPr sz="3200" b="0" cap="none"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7381"/>
            <a:ext cx="10018710" cy="8604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85B6B3-DAD2-4904-B9DE-A5FABCD25EFB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ирайте визи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ово поле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bg-BG" sz="8000" noProof="1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5" name="Текстово поле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bg-BG" sz="8000" noProof="1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2208212" y="685800"/>
            <a:ext cx="8990012" cy="2743199"/>
          </a:xfrm>
        </p:spPr>
        <p:txBody>
          <a:bodyPr rtlCol="0"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10" name="Контейнер за 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1484312" y="4775200"/>
            <a:ext cx="10018710" cy="10160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7741DE-93CF-4486-A712-C7EE21B90669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ярно или невяр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10" name="Контейнер за 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 hasCustomPrompt="1"/>
          </p:nvPr>
        </p:nvSpPr>
        <p:spPr>
          <a:xfrm>
            <a:off x="1484311" y="4343400"/>
            <a:ext cx="10018713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7F5008-F166-47B1-A6B8-6C130A768E1E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A21010-1567-469D-A07D-9DA84841AFEC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 hasCustomPrompt="1"/>
          </p:nvPr>
        </p:nvSpPr>
        <p:spPr>
          <a:xfrm>
            <a:off x="9732655" y="685800"/>
            <a:ext cx="1770369" cy="5105400"/>
          </a:xfrm>
        </p:spPr>
        <p:txBody>
          <a:bodyPr vert="eaVert" rtlCol="0"/>
          <a:lstStyle/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1484312" y="685800"/>
            <a:ext cx="8019742" cy="5105400"/>
          </a:xfrm>
        </p:spPr>
        <p:txBody>
          <a:bodyPr vert="eaVert" rtlCol="0" anchor="t"/>
          <a:lstStyle/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ACB52E-44B1-467D-B886-C95C9B01F0F1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а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Свободна линия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Свободна линия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Свободна линия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Свободна линия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Свободна линия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Свободна линия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bg-BG" noProof="1"/>
              <a:t>Щракнете, за да редактирате стила на заглавието в образеца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bg-BG" noProof="1"/>
              <a:t>Щракнете, за да редактирате стилове на текст в образеца</a:t>
            </a:r>
          </a:p>
          <a:p>
            <a:pPr lvl="1" rtl="0"/>
            <a:r>
              <a:rPr lang="bg-BG" noProof="1"/>
              <a:t>Второ ниво</a:t>
            </a:r>
          </a:p>
          <a:p>
            <a:pPr lvl="2" rtl="0"/>
            <a:r>
              <a:rPr lang="bg-BG" noProof="1"/>
              <a:t>Трето ниво</a:t>
            </a:r>
          </a:p>
          <a:p>
            <a:pPr lvl="3" rtl="0"/>
            <a:r>
              <a:rPr lang="bg-BG" noProof="1"/>
              <a:t>Четвърто ниво</a:t>
            </a:r>
          </a:p>
          <a:p>
            <a:pPr lvl="4" rtl="0"/>
            <a:r>
              <a:rPr lang="bg-BG" noProof="1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B622153-CBBA-493E-A64B-11C133E752D0}" type="datetime1">
              <a:rPr lang="bg-BG" noProof="1" smtClean="0"/>
              <a:t>27.4.2021 г.</a:t>
            </a:fld>
            <a:endParaRPr lang="bg-BG" noProof="1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bg-BG" noProof="1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bg-BG" noProof="1" dirty="0" smtClean="0"/>
              <a:pPr rtl="0"/>
              <a:t>‹#›</a:t>
            </a:fld>
            <a:endParaRPr lang="bg-BG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авоъгълник 20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1"/>
          </a:p>
        </p:txBody>
      </p:sp>
      <p:grpSp>
        <p:nvGrpSpPr>
          <p:cNvPr id="23" name="Група 22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24" name="Свободна линия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Свободна линия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Свободна линия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Свободна линия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Свободна линия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Свободна линия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3285866"/>
          </a:xfrm>
        </p:spPr>
        <p:txBody>
          <a:bodyPr rtlCol="0">
            <a:normAutofit/>
          </a:bodyPr>
          <a:lstStyle/>
          <a:p>
            <a:pPr algn="l"/>
            <a:r>
              <a:rPr lang="en-US" sz="6200" noProof="1"/>
              <a:t>Fire Department</a:t>
            </a:r>
            <a:endParaRPr lang="bg-BG" sz="6200" noProof="1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1FBBDE4E-FFA3-44D5-BA0B-7575E2214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190" y="4210098"/>
            <a:ext cx="7178070" cy="863348"/>
          </a:xfrm>
        </p:spPr>
        <p:txBody>
          <a:bodyPr rtlCol="0">
            <a:normAutofit/>
          </a:bodyPr>
          <a:lstStyle/>
          <a:p>
            <a:pPr algn="l" rtl="0"/>
            <a:r>
              <a:rPr lang="en-US" noProof="1"/>
              <a:t>Team Gosho and friends</a:t>
            </a:r>
            <a:endParaRPr lang="bg-BG" noProof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792" y="756060"/>
            <a:ext cx="4049794" cy="404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6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авоъгълник 20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bg-BG" noProof="1"/>
          </a:p>
        </p:txBody>
      </p:sp>
      <p:grpSp>
        <p:nvGrpSpPr>
          <p:cNvPr id="23" name="Група 22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24" name="Свободна линия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Свободна линия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Свободна линия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Свободна линия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8" name="Свободна линия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9" name="Свободна линия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7492CCE-C435-464E-A19A-D4C606FD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 rtlCol="0">
            <a:normAutofit/>
          </a:bodyPr>
          <a:lstStyle/>
          <a:p>
            <a:pPr algn="l"/>
            <a:r>
              <a:rPr lang="en-US" noProof="1"/>
              <a:t>Our team</a:t>
            </a:r>
            <a:br>
              <a:rPr lang="en-US" noProof="1"/>
            </a:br>
            <a:endParaRPr lang="bg-BG" noProof="1"/>
          </a:p>
        </p:txBody>
      </p:sp>
      <p:sp>
        <p:nvSpPr>
          <p:cNvPr id="3" name="Контейнер на съдържание 2">
            <a:extLst>
              <a:ext uri="{FF2B5EF4-FFF2-40B4-BE49-F238E27FC236}">
                <a16:creationId xmlns:a16="http://schemas.microsoft.com/office/drawing/2014/main" id="{60DFF4FA-F598-4962-B6AB-31A8BE72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00" y="1712564"/>
            <a:ext cx="7243603" cy="2719193"/>
          </a:xfrm>
        </p:spPr>
        <p:txBody>
          <a:bodyPr rtlCol="0" anchor="t">
            <a:noAutofit/>
          </a:bodyPr>
          <a:lstStyle/>
          <a:p>
            <a:pPr rtl="0"/>
            <a:r>
              <a:rPr lang="en-US" sz="3200" noProof="1"/>
              <a:t>Scrum trainer- Georgi Milev</a:t>
            </a:r>
            <a:r>
              <a:rPr lang="bg-BG" sz="3200" noProof="1"/>
              <a:t>	</a:t>
            </a:r>
            <a:endParaRPr lang="en-US" sz="3200" noProof="1"/>
          </a:p>
          <a:p>
            <a:pPr rtl="0"/>
            <a:r>
              <a:rPr lang="en-US" sz="3200" noProof="1"/>
              <a:t>Frontend Developer-</a:t>
            </a:r>
            <a:r>
              <a:rPr lang="bg-BG" sz="3200" noProof="1"/>
              <a:t> </a:t>
            </a:r>
            <a:r>
              <a:rPr lang="en-US" sz="3200" noProof="1"/>
              <a:t>Dimitar Berdankov</a:t>
            </a:r>
          </a:p>
          <a:p>
            <a:pPr rtl="0"/>
            <a:r>
              <a:rPr lang="en-US" sz="3200" noProof="1"/>
              <a:t>Backend Developer-</a:t>
            </a:r>
            <a:r>
              <a:rPr lang="bg-BG" sz="3200" noProof="1"/>
              <a:t> </a:t>
            </a:r>
            <a:r>
              <a:rPr lang="en-US" sz="3200" noProof="1"/>
              <a:t>Danislav Todorov</a:t>
            </a:r>
          </a:p>
          <a:p>
            <a:pPr rtl="0"/>
            <a:r>
              <a:rPr lang="en-US" sz="3200" noProof="1"/>
              <a:t>HTML Desginer-</a:t>
            </a:r>
            <a:r>
              <a:rPr lang="bg-BG" sz="3200" noProof="1"/>
              <a:t> </a:t>
            </a:r>
            <a:r>
              <a:rPr lang="en-US" sz="3200" noProof="1"/>
              <a:t>Rossen Papazov</a:t>
            </a:r>
            <a:endParaRPr lang="bg-BG" sz="3200" noProof="1"/>
          </a:p>
        </p:txBody>
      </p:sp>
    </p:spTree>
    <p:extLst>
      <p:ext uri="{BB962C8B-B14F-4D97-AF65-F5344CB8AC3E}">
        <p14:creationId xmlns:p14="http://schemas.microsoft.com/office/powerpoint/2010/main" val="990684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E2B84F0-9319-46F1-97FF-C001337DE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489" y="260758"/>
            <a:ext cx="10018713" cy="1752599"/>
          </a:xfrm>
        </p:spPr>
        <p:txBody>
          <a:bodyPr anchor="ctr">
            <a:normAutofit/>
          </a:bodyPr>
          <a:lstStyle/>
          <a:p>
            <a:r>
              <a:rPr lang="en-US" sz="8800" dirty="0"/>
              <a:t>Our idea</a:t>
            </a:r>
            <a:endParaRPr lang="bg-BG" sz="88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207F149C-F2EB-40C2-AC11-4B77A80D5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0226" y="2203855"/>
            <a:ext cx="4895055" cy="3124201"/>
          </a:xfrm>
        </p:spPr>
        <p:txBody>
          <a:bodyPr anchor="ctr">
            <a:normAutofit/>
          </a:bodyPr>
          <a:lstStyle/>
          <a:p>
            <a:r>
              <a:rPr lang="en-US" sz="4800" dirty="0"/>
              <a:t>A site that summarizes some topics of fire safety</a:t>
            </a:r>
            <a:endParaRPr lang="bg-BG" sz="4800" dirty="0"/>
          </a:p>
        </p:txBody>
      </p:sp>
      <p:pic>
        <p:nvPicPr>
          <p:cNvPr id="6" name="Картина 5" descr="Картина, която съдържа текст, устройство&#10;&#10;Описанието е генерирано автоматично">
            <a:extLst>
              <a:ext uri="{FF2B5EF4-FFF2-40B4-BE49-F238E27FC236}">
                <a16:creationId xmlns:a16="http://schemas.microsoft.com/office/drawing/2014/main" id="{B3F680BD-7827-457F-B276-CE3B26861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281" y="2013357"/>
            <a:ext cx="4012734" cy="40127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7471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BA7400B-AAF9-48A0-A9A0-8693A992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42" y="87991"/>
            <a:ext cx="10018713" cy="1752599"/>
          </a:xfrm>
        </p:spPr>
        <p:txBody>
          <a:bodyPr>
            <a:normAutofit/>
          </a:bodyPr>
          <a:lstStyle/>
          <a:p>
            <a:r>
              <a:rPr lang="en-US" sz="8800" dirty="0"/>
              <a:t>Used programs</a:t>
            </a:r>
            <a:endParaRPr lang="bg-BG" sz="8800" dirty="0"/>
          </a:p>
        </p:txBody>
      </p:sp>
      <p:pic>
        <p:nvPicPr>
          <p:cNvPr id="5" name="Контейнер за съдържание 4" descr="Картина, която съдържа текст, знак, векторни графики&#10;&#10;Описанието е генерирано автоматично">
            <a:extLst>
              <a:ext uri="{FF2B5EF4-FFF2-40B4-BE49-F238E27FC236}">
                <a16:creationId xmlns:a16="http://schemas.microsoft.com/office/drawing/2014/main" id="{4F619882-C33D-40F4-B22B-5EBC67403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470" y="1686518"/>
            <a:ext cx="2511541" cy="2524100"/>
          </a:xfrm>
        </p:spPr>
      </p:pic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6E0EDE9-5C30-4FF5-B283-CC04168D0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042" y="4210618"/>
            <a:ext cx="2512733" cy="2512733"/>
          </a:xfrm>
          <a:prstGeom prst="rect">
            <a:avLst/>
          </a:prstGeom>
        </p:spPr>
      </p:pic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BD8FD6D6-8B91-4C27-AE74-B076A20F4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958" y="1686518"/>
            <a:ext cx="3991391" cy="2660928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D74CDAB4-1F7A-4DD9-8E00-EDB027B7A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241" y="3756039"/>
            <a:ext cx="4770182" cy="3180120"/>
          </a:xfrm>
          <a:prstGeom prst="rect">
            <a:avLst/>
          </a:prstGeom>
        </p:spPr>
      </p:pic>
      <p:pic>
        <p:nvPicPr>
          <p:cNvPr id="1026" name="Picture 2" descr="Microsoft Teams Logo transparent PNG - Stick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606" y="1058648"/>
            <a:ext cx="3080589" cy="308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scord Logo And the History of the Business | LogoMyWa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5434" y="3886527"/>
            <a:ext cx="2485291" cy="250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71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A305E28-982B-4A16-BC9F-B36CC701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 anchor="ctr">
            <a:normAutofit/>
          </a:bodyPr>
          <a:lstStyle/>
          <a:p>
            <a:r>
              <a:rPr lang="en-US" sz="8800" dirty="0"/>
              <a:t>Future ideas</a:t>
            </a:r>
            <a:endParaRPr lang="bg-BG" sz="88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E30763B-F547-4A9F-A4BD-7EA4C0D4F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To improve our project</a:t>
            </a:r>
          </a:p>
          <a:p>
            <a:r>
              <a:rPr lang="en-US" sz="3600" dirty="0"/>
              <a:t>To add new tabs in our site</a:t>
            </a:r>
          </a:p>
        </p:txBody>
      </p:sp>
      <p:pic>
        <p:nvPicPr>
          <p:cNvPr id="5" name="Картина 4" descr="Картина, която съдържа текст, открито, природа, облак&#10;&#10;Описанието е генерирано автоматично">
            <a:extLst>
              <a:ext uri="{FF2B5EF4-FFF2-40B4-BE49-F238E27FC236}">
                <a16:creationId xmlns:a16="http://schemas.microsoft.com/office/drawing/2014/main" id="{7E3BB1F5-E360-4733-89F0-D23046E266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36" r="2" b="2"/>
          <a:stretch/>
        </p:blipFill>
        <p:spPr>
          <a:xfrm>
            <a:off x="6607967" y="2667000"/>
            <a:ext cx="4895056" cy="3124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578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6C1D2C8-12FF-40E9-930A-6869426F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7" y="282632"/>
            <a:ext cx="6022081" cy="1371600"/>
          </a:xfrm>
        </p:spPr>
        <p:txBody>
          <a:bodyPr anchor="b">
            <a:noAutofit/>
          </a:bodyPr>
          <a:lstStyle/>
          <a:p>
            <a:r>
              <a:rPr lang="en-US" sz="6600" dirty="0"/>
              <a:t>Our problem</a:t>
            </a:r>
            <a:endParaRPr lang="bg-BG" sz="66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39771453-C795-493A-9773-135E051E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460" y="282632"/>
            <a:ext cx="6118167" cy="6118167"/>
          </a:xfrm>
          <a:prstGeom prst="rect">
            <a:avLst/>
          </a:prstGeom>
          <a:noFill/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D041CC4-5350-4023-A463-15EC8D62B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5964" y="2770215"/>
            <a:ext cx="4946071" cy="2514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srgbClr val="FF0000"/>
                </a:solidFill>
              </a:rPr>
              <a:t>Organization</a:t>
            </a:r>
            <a:r>
              <a:rPr lang="en-US" sz="6600" dirty="0"/>
              <a:t> </a:t>
            </a:r>
            <a:r>
              <a:rPr lang="en-US" sz="6600" dirty="0">
                <a:solidFill>
                  <a:srgbClr val="FF0000"/>
                </a:solidFill>
              </a:rPr>
              <a:t>problems</a:t>
            </a:r>
            <a:endParaRPr lang="bg-BG" sz="6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01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D8EDD25-1035-4B2A-BBDD-FB5A03FE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026" y="3760213"/>
            <a:ext cx="11194473" cy="1752599"/>
          </a:xfrm>
        </p:spPr>
        <p:txBody>
          <a:bodyPr>
            <a:noAutofit/>
          </a:bodyPr>
          <a:lstStyle/>
          <a:p>
            <a:r>
              <a:rPr lang="en-US" sz="6000" dirty="0"/>
              <a:t>THANKS  FOR  YOUR  ATTENTION</a:t>
            </a:r>
            <a:endParaRPr lang="bg-BG" sz="6000" dirty="0"/>
          </a:p>
        </p:txBody>
      </p:sp>
    </p:spTree>
    <p:extLst>
      <p:ext uri="{BB962C8B-B14F-4D97-AF65-F5344CB8AC3E}">
        <p14:creationId xmlns:p14="http://schemas.microsoft.com/office/powerpoint/2010/main" val="4043729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акс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043_TF22644756.potx" id="{4022FE24-698F-485D-B5C9-C7192C538BD9}" vid="{FCF4CC90-F2C9-4BF2-B151-9295657A22D8}"/>
    </a:ext>
  </a:extLst>
</a:theme>
</file>

<file path=ppt/theme/theme2.xml><?xml version="1.0" encoding="utf-8"?>
<a:theme xmlns:a="http://schemas.openxmlformats.org/drawingml/2006/main" name="Тема н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н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023227-530E-4024-91EF-312A851A758C}">
  <ds:schemaRefs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schemas.microsoft.com/office/2006/documentManagement/types"/>
    <ds:schemaRef ds:uri="71af3243-3dd4-4a8d-8c0d-dd76da1f02a5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Модел „Паралакс“</Template>
  <TotalTime>36</TotalTime>
  <Words>62</Words>
  <Application>Microsoft Office PowerPoint</Application>
  <PresentationFormat>Широк екран</PresentationFormat>
  <Paragraphs>18</Paragraphs>
  <Slides>7</Slides>
  <Notes>2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1" baseType="lpstr">
      <vt:lpstr>Arial</vt:lpstr>
      <vt:lpstr>Calibri</vt:lpstr>
      <vt:lpstr>Corbel</vt:lpstr>
      <vt:lpstr>Паралакс</vt:lpstr>
      <vt:lpstr>Fire Department</vt:lpstr>
      <vt:lpstr>Our team </vt:lpstr>
      <vt:lpstr>Our idea</vt:lpstr>
      <vt:lpstr>Used programs</vt:lpstr>
      <vt:lpstr>Future ideas</vt:lpstr>
      <vt:lpstr>Our problem</vt:lpstr>
      <vt:lpstr>THANKS  FOR  YOUR 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Department</dc:title>
  <dc:creator>Росен Милчев Папазов</dc:creator>
  <cp:lastModifiedBy>Росен Милчев Папазов</cp:lastModifiedBy>
  <cp:revision>7</cp:revision>
  <dcterms:created xsi:type="dcterms:W3CDTF">2021-04-26T18:21:11Z</dcterms:created>
  <dcterms:modified xsi:type="dcterms:W3CDTF">2021-04-27T19:40:31Z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